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8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257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7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89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4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28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28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49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57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51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3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AULA 7 – Logística e Estoque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Instrutor: Matheus</a:t>
            </a:r>
          </a:p>
          <a:p>
            <a:r>
              <a:t>Escola Profissionalizante: Fatore</a:t>
            </a:r>
          </a:p>
          <a:p>
            <a:r>
              <a:t>Curso: Informática e Gestão Administrativa</a:t>
            </a:r>
          </a:p>
          <a:p>
            <a:r>
              <a:t>Módulo: Administrativo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Logística?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Logística é o conjunto de atividades responsáveis pelo planejamento,</a:t>
            </a:r>
          </a:p>
          <a:p>
            <a:r>
              <a:t>execução e controle do fluxo de produtos, serviços e informações.</a:t>
            </a:r>
          </a:p>
          <a:p>
            <a:r>
              <a:t>Vai desde a origem até o consumidor final.</a:t>
            </a:r>
          </a:p>
          <a:p>
            <a:endParaRPr/>
          </a:p>
          <a:p>
            <a:r>
              <a:t>Resumo: Logística garante que o produto certo chegue ao lugar certo.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Origem da Logística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Surgiu no meio militar.</a:t>
            </a:r>
          </a:p>
          <a:p>
            <a:r>
              <a:t>Usada para transporte e abastecimento de tropas.</a:t>
            </a:r>
          </a:p>
          <a:p>
            <a:r>
              <a:t>Depois aplicada nas empresas.</a:t>
            </a:r>
          </a:p>
          <a:p>
            <a:endParaRPr/>
          </a:p>
          <a:p>
            <a:r>
              <a:t>Resumo: Evoluiu do campo militar para o empresarial.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Logística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Reduzir custos.</a:t>
            </a:r>
          </a:p>
          <a:p>
            <a:r>
              <a:t>Agilizar processos.</a:t>
            </a:r>
          </a:p>
          <a:p>
            <a:r>
              <a:t>Garantir qualidade.</a:t>
            </a:r>
          </a:p>
          <a:p>
            <a:r>
              <a:t>Atender bem o cliente.</a:t>
            </a:r>
          </a:p>
          <a:p>
            <a:endParaRPr/>
          </a:p>
          <a:p>
            <a:r>
              <a:t>Resumo: Eficiência e satisfação do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é Estoque?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Estoque é a quantidade de produtos ou materiais armazenados.</a:t>
            </a:r>
          </a:p>
          <a:p>
            <a:r>
              <a:t>Pode ser matéria-prima, produtos em processo ou produtos acabados.</a:t>
            </a:r>
          </a:p>
          <a:p>
            <a:endParaRPr/>
          </a:p>
          <a:p>
            <a:r>
              <a:t>Resumo: Estoque é reserva para atender a demanda.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Manter Estoque?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Evitar falta de produtos.</a:t>
            </a:r>
          </a:p>
          <a:p>
            <a:r>
              <a:t>Atender variações de demanda.</a:t>
            </a:r>
          </a:p>
          <a:p>
            <a:r>
              <a:t>Garantir continuidade da produção.</a:t>
            </a:r>
          </a:p>
          <a:p>
            <a:endParaRPr/>
          </a:p>
          <a:p>
            <a:r>
              <a:t>Resumo: Estoque evita interrupções.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Tipos de Estoque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Matéria-prima.</a:t>
            </a:r>
          </a:p>
          <a:p>
            <a:r>
              <a:t>Produtos em processo.</a:t>
            </a:r>
          </a:p>
          <a:p>
            <a:r>
              <a:t>Produtos acabados.</a:t>
            </a:r>
          </a:p>
          <a:p>
            <a:r>
              <a:t>Estoque de segurança.</a:t>
            </a:r>
          </a:p>
          <a:p>
            <a:endParaRPr/>
          </a:p>
          <a:p>
            <a:r>
              <a:t>Resumo: Cada tipo atende uma necessidade.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Gestão de Estoque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Controle de entrada e saída.</a:t>
            </a:r>
          </a:p>
          <a:p>
            <a:r>
              <a:t>Organização do armazenamento.</a:t>
            </a:r>
          </a:p>
          <a:p>
            <a:r>
              <a:t>Prevenção de perdas.</a:t>
            </a:r>
          </a:p>
          <a:p>
            <a:r>
              <a:t>Uso de sistemas.</a:t>
            </a:r>
          </a:p>
          <a:p>
            <a:endParaRPr/>
          </a:p>
          <a:p>
            <a:r>
              <a:t>Resumo: Gestão evita desperdícios.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Logística e Estoque na Prática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Controle de prazos.</a:t>
            </a:r>
          </a:p>
          <a:p>
            <a:r>
              <a:t>Organização do espaço.</a:t>
            </a:r>
          </a:p>
          <a:p>
            <a:r>
              <a:t>Transporte eficiente.</a:t>
            </a:r>
          </a:p>
          <a:p>
            <a:r>
              <a:t>Registro correto das informações.</a:t>
            </a:r>
          </a:p>
          <a:p>
            <a:endParaRPr/>
          </a:p>
          <a:p>
            <a:r>
              <a:t>Resumo: Planejamento gera eficiência.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Aplicações no Mundo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Empresas de comércio e indústria.</a:t>
            </a:r>
          </a:p>
          <a:p>
            <a:r>
              <a:t>E-commerce.</a:t>
            </a:r>
          </a:p>
          <a:p>
            <a:r>
              <a:t>Centros de distribuição.</a:t>
            </a:r>
          </a:p>
          <a:p>
            <a:r>
              <a:t>Empresas de serviços.</a:t>
            </a:r>
          </a:p>
          <a:p>
            <a:endParaRPr/>
          </a:p>
          <a:p>
            <a:r>
              <a:t>Resumo: Logística está em tudo.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de uma Boa Logística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Redução de custos.</a:t>
            </a:r>
          </a:p>
          <a:p>
            <a:r>
              <a:t>Agilidade.</a:t>
            </a:r>
          </a:p>
          <a:p>
            <a:r>
              <a:t>Satisfação do cliente.</a:t>
            </a:r>
          </a:p>
          <a:p>
            <a:r>
              <a:t>Competitividade.</a:t>
            </a:r>
          </a:p>
          <a:p>
            <a:endParaRPr/>
          </a:p>
          <a:p>
            <a:r>
              <a:t>Resumo: Logística é vantagem competitiva.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Conexão com o Mundo Contemporâneo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tecnologia.</a:t>
            </a:r>
          </a:p>
          <a:p>
            <a:r>
              <a:t>Sistemas de controle.</a:t>
            </a:r>
          </a:p>
          <a:p>
            <a:r>
              <a:t>Automação.</a:t>
            </a:r>
          </a:p>
          <a:p>
            <a:r>
              <a:t>Integração entre setores.</a:t>
            </a:r>
          </a:p>
          <a:p>
            <a:endParaRPr/>
          </a:p>
          <a:p>
            <a:r>
              <a:t>Resumo: Logística moderna é tecnológica.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Exemplos Práticos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Controle de estoque em mercados.</a:t>
            </a:r>
          </a:p>
          <a:p>
            <a:r>
              <a:t>Entrega rápida no e-commerce.</a:t>
            </a:r>
          </a:p>
          <a:p>
            <a:r>
              <a:t>Organização de almoxarifados.</a:t>
            </a:r>
          </a:p>
          <a:p>
            <a:r>
              <a:t>Uso de códigos de barras.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Reflexão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Como uma má gestão de estoque pode prejudicar uma empresa?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</TotalTime>
  <Words>379</Words>
  <Application>Microsoft Office PowerPoint</Application>
  <PresentationFormat>Widescreen</PresentationFormat>
  <Paragraphs>84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8" baseType="lpstr">
      <vt:lpstr>Calibri Light</vt:lpstr>
      <vt:lpstr>Rockwell</vt:lpstr>
      <vt:lpstr>Wingdings</vt:lpstr>
      <vt:lpstr>Atlas</vt:lpstr>
      <vt:lpstr>AULA 7 – Logística e Estoque</vt:lpstr>
      <vt:lpstr>O que é Logística?</vt:lpstr>
      <vt:lpstr>Origem da Logística</vt:lpstr>
      <vt:lpstr>Objetivos da Logística</vt:lpstr>
      <vt:lpstr>O que é Estoque?</vt:lpstr>
      <vt:lpstr>Por que Manter Estoque?</vt:lpstr>
      <vt:lpstr>Tipos de Estoque</vt:lpstr>
      <vt:lpstr>Gestão de Estoque</vt:lpstr>
      <vt:lpstr>Logística e Estoque na Prática</vt:lpstr>
      <vt:lpstr>Aplicações no Mundo Atual</vt:lpstr>
      <vt:lpstr>Benefícios de uma Boa Logística</vt:lpstr>
      <vt:lpstr>Conexão com o Mundo Contemporâneo</vt:lpstr>
      <vt:lpstr>Exemplos Práticos</vt:lpstr>
      <vt:lpstr>Reflexão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Particular</cp:lastModifiedBy>
  <cp:revision>2</cp:revision>
  <dcterms:created xsi:type="dcterms:W3CDTF">2013-01-27T09:14:16Z</dcterms:created>
  <dcterms:modified xsi:type="dcterms:W3CDTF">2025-12-18T21:26:42Z</dcterms:modified>
  <cp:category/>
</cp:coreProperties>
</file>