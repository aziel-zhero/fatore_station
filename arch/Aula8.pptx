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5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3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4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02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4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5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8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76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AULA 8 – Metodologias de Excelência em Gestão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Instrutor: Matheus</a:t>
            </a:r>
          </a:p>
          <a:p>
            <a:r>
              <a:t>Escola Profissionalizante: Fatore</a:t>
            </a:r>
          </a:p>
          <a:p>
            <a:r>
              <a:t>Curso: Informática e Gestão Administrativa</a:t>
            </a:r>
          </a:p>
          <a:p>
            <a:r>
              <a:t>Módulo: Administrativo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são Metodologias de Gestão?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São métodos e ferramentas usadas para melhorar processos.</a:t>
            </a:r>
          </a:p>
          <a:p>
            <a:r>
              <a:t>Ajudam no planejamento, organização e controle.</a:t>
            </a:r>
          </a:p>
          <a:p>
            <a:r>
              <a:t>Buscam eficiência, qualidade e resultados.</a:t>
            </a:r>
          </a:p>
          <a:p>
            <a:endParaRPr/>
          </a:p>
          <a:p>
            <a:r>
              <a:t>Resumo: Metodologias organizam e melhoram a gestão.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usar Metodologias de Excelência?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Redução de erros.</a:t>
            </a:r>
          </a:p>
          <a:p>
            <a:r>
              <a:t>Melhoria contínua.</a:t>
            </a:r>
          </a:p>
          <a:p>
            <a:r>
              <a:t>Padronização de processos.</a:t>
            </a:r>
          </a:p>
          <a:p>
            <a:r>
              <a:t>Aumento da produtividade.</a:t>
            </a:r>
          </a:p>
          <a:p>
            <a:endParaRPr/>
          </a:p>
          <a:p>
            <a:r>
              <a:t>Resumo: Gestão eficiente gera melhores resultados.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5W2H – Conceito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Ferramenta de planejamento.</a:t>
            </a:r>
          </a:p>
          <a:p>
            <a:r>
              <a:t>Define ações de forma clara.</a:t>
            </a:r>
          </a:p>
          <a:p>
            <a:r>
              <a:t>Responde 7 perguntas.</a:t>
            </a:r>
          </a:p>
          <a:p>
            <a:endParaRPr/>
          </a:p>
          <a:p>
            <a:r>
              <a:t>What, Why, Where, When, Who, How, How much.</a:t>
            </a:r>
          </a:p>
          <a:p>
            <a:endParaRPr/>
          </a:p>
          <a:p>
            <a:r>
              <a:t>Resumo: Planejamento simples e objetivo.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5W2H – Aplicabilidade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Planejamento de tarefas.</a:t>
            </a:r>
          </a:p>
          <a:p>
            <a:r>
              <a:t>Organização de projetos.</a:t>
            </a:r>
          </a:p>
          <a:p>
            <a:r>
              <a:t>Definição de responsabilidades.</a:t>
            </a:r>
          </a:p>
          <a:p>
            <a:r>
              <a:t>Controle de custos e prazos.</a:t>
            </a:r>
          </a:p>
          <a:p>
            <a:endParaRPr/>
          </a:p>
          <a:p>
            <a:r>
              <a:t>Resumo: Clareza nas 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 5S – Conceito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Metodologia japonesa de organização.</a:t>
            </a:r>
          </a:p>
          <a:p>
            <a:r>
              <a:t>Baseada em 5 sensos.</a:t>
            </a:r>
          </a:p>
          <a:p>
            <a:r>
              <a:t>Melhora o ambiente de trabalho.</a:t>
            </a:r>
          </a:p>
          <a:p>
            <a:endParaRPr/>
          </a:p>
          <a:p>
            <a:r>
              <a:t>Resumo: Organização e disciplina.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5 Sensos do 5S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Seiri – Utilização.</a:t>
            </a:r>
          </a:p>
          <a:p>
            <a:r>
              <a:t>Seiton – Organização.</a:t>
            </a:r>
          </a:p>
          <a:p>
            <a:r>
              <a:t>Seiso – Limpeza.</a:t>
            </a:r>
          </a:p>
          <a:p>
            <a:r>
              <a:t>Seiketsu – Padronização.</a:t>
            </a:r>
          </a:p>
          <a:p>
            <a:r>
              <a:t>Shitsuke – Disciplina.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 5S – Aplicabilidade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Ambientes organizados.</a:t>
            </a:r>
          </a:p>
          <a:p>
            <a:r>
              <a:t>Redução de desperdícios.</a:t>
            </a:r>
          </a:p>
          <a:p>
            <a:r>
              <a:t>Melhoria da produtividade.</a:t>
            </a:r>
          </a:p>
          <a:p>
            <a:r>
              <a:t>Segurança no trabalho.</a:t>
            </a:r>
          </a:p>
          <a:p>
            <a:endParaRPr/>
          </a:p>
          <a:p>
            <a:r>
              <a:t>Resumo: Ambiente organizado gera eficiência.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Metodologias Ágeis – Conceito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de gestão flexível.</a:t>
            </a:r>
          </a:p>
          <a:p>
            <a:r>
              <a:t>Foco em adaptação e rapidez.</a:t>
            </a:r>
          </a:p>
          <a:p>
            <a:r>
              <a:t>Trabalho colaborativo.</a:t>
            </a:r>
          </a:p>
          <a:p>
            <a:r>
              <a:t>Entrega contínua de valor.</a:t>
            </a:r>
          </a:p>
          <a:p>
            <a:endParaRPr/>
          </a:p>
          <a:p>
            <a:r>
              <a:t>Resumo: Agilidade e inovação.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– Aplicações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Gestão de projetos.</a:t>
            </a:r>
          </a:p>
          <a:p>
            <a:r>
              <a:t>Desenvolvimento de software.</a:t>
            </a:r>
          </a:p>
          <a:p>
            <a:r>
              <a:t>Trabalho em equipe.</a:t>
            </a:r>
          </a:p>
          <a:p>
            <a:r>
              <a:t>Adaptação às mudanças.</a:t>
            </a:r>
          </a:p>
          <a:p>
            <a:endParaRPr/>
          </a:p>
          <a:p>
            <a:r>
              <a:t>Resumo: Resposta rápida ao mercado.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Outras Metodologias de Gestão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PDCA.</a:t>
            </a:r>
          </a:p>
          <a:p>
            <a:r>
              <a:t>Kanban.</a:t>
            </a:r>
          </a:p>
          <a:p>
            <a:r>
              <a:t>Lean.</a:t>
            </a:r>
          </a:p>
          <a:p>
            <a:r>
              <a:t>Benchmarking.</a:t>
            </a:r>
          </a:p>
          <a:p>
            <a:endParaRPr/>
          </a:p>
          <a:p>
            <a:r>
              <a:t>Resumo: Cada método atende uma necessidade.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das Metodologias de Excelência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Melhor controle.</a:t>
            </a:r>
          </a:p>
          <a:p>
            <a:r>
              <a:t>Mais qualidade.</a:t>
            </a:r>
          </a:p>
          <a:p>
            <a:r>
              <a:t>Redução de custos.</a:t>
            </a:r>
          </a:p>
          <a:p>
            <a:r>
              <a:t>Satisfação do cliente.</a:t>
            </a:r>
          </a:p>
          <a:p>
            <a:endParaRPr/>
          </a:p>
          <a:p>
            <a:r>
              <a:t>Resumo: Excelência gera competitividade.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Metodologias no Mundo Contemporâneo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Empresas modernas utilizam métodos combinados.</a:t>
            </a:r>
          </a:p>
          <a:p>
            <a:r>
              <a:t>Uso de tecnologia.</a:t>
            </a:r>
          </a:p>
          <a:p>
            <a:r>
              <a:t>Foco em inovação.</a:t>
            </a:r>
          </a:p>
          <a:p>
            <a:r>
              <a:t>Melhoria contínua.</a:t>
            </a:r>
          </a:p>
          <a:p>
            <a:endParaRPr/>
          </a:p>
          <a:p>
            <a:r>
              <a:t>Resumo: Gestão estratégica.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Práticos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5W2H para planejamento de tarefas.</a:t>
            </a:r>
          </a:p>
          <a:p>
            <a:r>
              <a:t>5S na organização da escola.</a:t>
            </a:r>
          </a:p>
          <a:p>
            <a:r>
              <a:t>Agile em projetos.</a:t>
            </a:r>
          </a:p>
          <a:p>
            <a:r>
              <a:t>Kanban para controle de atividades.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metodologia você considera mais importante no dia a dia profissional?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400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Calibri Light</vt:lpstr>
      <vt:lpstr>Rockwell</vt:lpstr>
      <vt:lpstr>Wingdings</vt:lpstr>
      <vt:lpstr>Atlas</vt:lpstr>
      <vt:lpstr>AULA 8 – Metodologias de Excelência em Gestão</vt:lpstr>
      <vt:lpstr>O que são Metodologias de Gestão?</vt:lpstr>
      <vt:lpstr>Por que usar Metodologias de Excelência?</vt:lpstr>
      <vt:lpstr>5W2H – Conceito</vt:lpstr>
      <vt:lpstr>5W2H – Aplicabilidade</vt:lpstr>
      <vt:lpstr>Programa 5S – Conceito</vt:lpstr>
      <vt:lpstr>Os 5 Sensos do 5S</vt:lpstr>
      <vt:lpstr>Programa 5S – Aplicabilidade</vt:lpstr>
      <vt:lpstr>Metodologias Ágeis – Conceito</vt:lpstr>
      <vt:lpstr>Agile – Aplicações</vt:lpstr>
      <vt:lpstr>Outras Metodologias de Gestão</vt:lpstr>
      <vt:lpstr>Benefícios das Metodologias de Excelência</vt:lpstr>
      <vt:lpstr>Metodologias no Mundo Contemporâneo</vt:lpstr>
      <vt:lpstr>Exemplos Práticos</vt:lpstr>
      <vt:lpstr>Reflexão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Particular</cp:lastModifiedBy>
  <cp:revision>2</cp:revision>
  <dcterms:created xsi:type="dcterms:W3CDTF">2013-01-27T09:14:16Z</dcterms:created>
  <dcterms:modified xsi:type="dcterms:W3CDTF">2025-12-18T21:27:39Z</dcterms:modified>
  <cp:category/>
</cp:coreProperties>
</file>